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Inter" panose="020B0604020202020204" charset="0"/>
      <p:regular r:id="rId7"/>
      <p:bold r:id="rId8"/>
      <p:italic r:id="rId9"/>
      <p:boldItalic r:id="rId10"/>
    </p:embeddedFont>
    <p:embeddedFont>
      <p:font typeface="Inter Black" panose="020B0604020202020204" charset="0"/>
      <p:bold r:id="rId11"/>
      <p:boldItalic r:id="rId12"/>
    </p:embeddedFont>
    <p:embeddedFont>
      <p:font typeface="Inter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620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194c3c7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194c3c7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6fc579e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f6fc579e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6fc579eb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f6fc579eb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f6fc579e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f6fc579e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af6fc579eb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with sub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53430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Black"/>
              <a:buNone/>
              <a:defRPr sz="36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99475" y="2175450"/>
            <a:ext cx="4781400" cy="17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 Medium"/>
              <a:buNone/>
              <a:defRPr sz="2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Title and body (white)">
  <p:cSld name="TITLE_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000"/>
            <a:ext cx="9143997" cy="514347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53430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3600"/>
              <a:buFont typeface="Inter Black"/>
              <a:buNone/>
              <a:defRPr sz="36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99475" y="2175450"/>
            <a:ext cx="4781400" cy="17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- Freeform with caption">
  <p:cSld name="TITLE_2_4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799475" y="3710850"/>
            <a:ext cx="47814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Title and body (blue)">
  <p:cSld name="TITLE_2_3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000"/>
            <a:ext cx="91440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53430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Black"/>
              <a:buNone/>
              <a:defRPr sz="36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799475" y="2175450"/>
            <a:ext cx="4781400" cy="17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None/>
              <a:defRPr sz="14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- Title and body and photo">
  <p:cSld name="TITLE_2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ctrTitle"/>
          </p:nvPr>
        </p:nvSpPr>
        <p:spPr>
          <a:xfrm>
            <a:off x="799475" y="790200"/>
            <a:ext cx="38919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800"/>
              <a:buFont typeface="Inter Black"/>
              <a:buNone/>
              <a:defRPr sz="18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38919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Font typeface="Inter Medium"/>
              <a:buNone/>
              <a:defRPr sz="12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>
            <a:spLocks noGrp="1"/>
          </p:cNvSpPr>
          <p:nvPr>
            <p:ph type="pic" idx="2"/>
          </p:nvPr>
        </p:nvSpPr>
        <p:spPr>
          <a:xfrm>
            <a:off x="5596200" y="-2012"/>
            <a:ext cx="3547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- Photo + caption ">
  <p:cSld name="TITLE_2_2_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ctrTitle"/>
          </p:nvPr>
        </p:nvSpPr>
        <p:spPr>
          <a:xfrm>
            <a:off x="799475" y="790200"/>
            <a:ext cx="26424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800"/>
              <a:buFont typeface="Inter Black"/>
              <a:buNone/>
              <a:defRPr sz="18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26424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Font typeface="Inter Medium"/>
              <a:buNone/>
              <a:defRPr sz="12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7"/>
          <p:cNvSpPr>
            <a:spLocks noGrp="1"/>
          </p:cNvSpPr>
          <p:nvPr>
            <p:ph type="pic" idx="2"/>
          </p:nvPr>
        </p:nvSpPr>
        <p:spPr>
          <a:xfrm>
            <a:off x="3657600" y="914400"/>
            <a:ext cx="5486400" cy="365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- Title + two columns">
  <p:cSld name="TITLE_2_2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38919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Black"/>
              <a:buNone/>
              <a:defRPr sz="2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33189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None/>
              <a:defRPr sz="14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2"/>
          </p:nvPr>
        </p:nvSpPr>
        <p:spPr>
          <a:xfrm>
            <a:off x="4500425" y="2423575"/>
            <a:ext cx="33189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None/>
              <a:defRPr sz="14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- Two column comparison">
  <p:cSld name="TITLE_2_2_1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/>
          <p:nvPr/>
        </p:nvSpPr>
        <p:spPr>
          <a:xfrm>
            <a:off x="4500425" y="0"/>
            <a:ext cx="464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ctrTitle"/>
          </p:nvPr>
        </p:nvSpPr>
        <p:spPr>
          <a:xfrm>
            <a:off x="799475" y="790200"/>
            <a:ext cx="30183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000"/>
              <a:buFont typeface="Inter Black"/>
              <a:buNone/>
              <a:defRPr sz="20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30183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2"/>
          </p:nvPr>
        </p:nvSpPr>
        <p:spPr>
          <a:xfrm>
            <a:off x="5420825" y="2423575"/>
            <a:ext cx="31185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ctrTitle" idx="3"/>
          </p:nvPr>
        </p:nvSpPr>
        <p:spPr>
          <a:xfrm>
            <a:off x="5420825" y="790200"/>
            <a:ext cx="30183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000"/>
              <a:buFont typeface="Inter Black"/>
              <a:buNone/>
              <a:defRPr sz="20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- Two presenters">
  <p:cSld name="TITLE_2_2_1_1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0"/>
          <p:cNvSpPr txBox="1">
            <a:spLocks noGrp="1"/>
          </p:cNvSpPr>
          <p:nvPr>
            <p:ph type="ctrTitle"/>
          </p:nvPr>
        </p:nvSpPr>
        <p:spPr>
          <a:xfrm>
            <a:off x="799475" y="2679125"/>
            <a:ext cx="3018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Font typeface="Inter Black"/>
              <a:buNone/>
              <a:defRPr sz="16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ubTitle" idx="1"/>
          </p:nvPr>
        </p:nvSpPr>
        <p:spPr>
          <a:xfrm>
            <a:off x="799475" y="3414175"/>
            <a:ext cx="301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Font typeface="Inter Medium"/>
              <a:buNone/>
              <a:defRPr sz="12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2"/>
          </p:nvPr>
        </p:nvSpPr>
        <p:spPr>
          <a:xfrm>
            <a:off x="5420825" y="3414175"/>
            <a:ext cx="3118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Font typeface="Inter Medium"/>
              <a:buNone/>
              <a:defRPr sz="12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"/>
              <a:buNone/>
              <a:defRPr sz="12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ctrTitle" idx="3"/>
          </p:nvPr>
        </p:nvSpPr>
        <p:spPr>
          <a:xfrm>
            <a:off x="5420825" y="2679125"/>
            <a:ext cx="3018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Font typeface="Inter Black"/>
              <a:buNone/>
              <a:defRPr sz="16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600"/>
              <a:buNone/>
              <a:defRPr sz="16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>
            <a:spLocks noGrp="1"/>
          </p:cNvSpPr>
          <p:nvPr>
            <p:ph type="pic" idx="4"/>
          </p:nvPr>
        </p:nvSpPr>
        <p:spPr>
          <a:xfrm>
            <a:off x="1525625" y="914400"/>
            <a:ext cx="1566000" cy="156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" name="Google Shape;61;p10"/>
          <p:cNvSpPr>
            <a:spLocks noGrp="1"/>
          </p:cNvSpPr>
          <p:nvPr>
            <p:ph type="pic" idx="5"/>
          </p:nvPr>
        </p:nvSpPr>
        <p:spPr>
          <a:xfrm>
            <a:off x="6039275" y="914400"/>
            <a:ext cx="1566000" cy="1566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- Three presenters">
  <p:cSld name="TITLE_2_2_1_1_2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>
            <a:spLocks noGrp="1"/>
          </p:cNvSpPr>
          <p:nvPr>
            <p:ph type="ctrTitle"/>
          </p:nvPr>
        </p:nvSpPr>
        <p:spPr>
          <a:xfrm>
            <a:off x="799475" y="2679125"/>
            <a:ext cx="229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ubTitle" idx="1"/>
          </p:nvPr>
        </p:nvSpPr>
        <p:spPr>
          <a:xfrm>
            <a:off x="799475" y="3414175"/>
            <a:ext cx="229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310375" y="1123675"/>
            <a:ext cx="1216500" cy="1216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ctrTitle" idx="3"/>
          </p:nvPr>
        </p:nvSpPr>
        <p:spPr>
          <a:xfrm>
            <a:off x="3425850" y="2679125"/>
            <a:ext cx="229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4"/>
          </p:nvPr>
        </p:nvSpPr>
        <p:spPr>
          <a:xfrm>
            <a:off x="3425850" y="3414175"/>
            <a:ext cx="229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>
            <a:spLocks noGrp="1"/>
          </p:cNvSpPr>
          <p:nvPr>
            <p:ph type="pic" idx="5"/>
          </p:nvPr>
        </p:nvSpPr>
        <p:spPr>
          <a:xfrm>
            <a:off x="3936750" y="1123675"/>
            <a:ext cx="1216500" cy="1216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1"/>
          <p:cNvSpPr txBox="1">
            <a:spLocks noGrp="1"/>
          </p:cNvSpPr>
          <p:nvPr>
            <p:ph type="ctrTitle" idx="6"/>
          </p:nvPr>
        </p:nvSpPr>
        <p:spPr>
          <a:xfrm>
            <a:off x="6052225" y="2679125"/>
            <a:ext cx="229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7"/>
          </p:nvPr>
        </p:nvSpPr>
        <p:spPr>
          <a:xfrm>
            <a:off x="6052225" y="3414175"/>
            <a:ext cx="229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pic" idx="8"/>
          </p:nvPr>
        </p:nvSpPr>
        <p:spPr>
          <a:xfrm>
            <a:off x="6563125" y="1123675"/>
            <a:ext cx="1216500" cy="121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- Four presenters">
  <p:cSld name="TITLE_2_2_1_1_2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 txBox="1">
            <a:spLocks noGrp="1"/>
          </p:cNvSpPr>
          <p:nvPr>
            <p:ph type="ctrTitle"/>
          </p:nvPr>
        </p:nvSpPr>
        <p:spPr>
          <a:xfrm>
            <a:off x="2365325" y="1123675"/>
            <a:ext cx="198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ubTitle" idx="1"/>
          </p:nvPr>
        </p:nvSpPr>
        <p:spPr>
          <a:xfrm>
            <a:off x="2365250" y="1701475"/>
            <a:ext cx="2166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>
            <a:spLocks noGrp="1"/>
          </p:cNvSpPr>
          <p:nvPr>
            <p:ph type="pic" idx="2"/>
          </p:nvPr>
        </p:nvSpPr>
        <p:spPr>
          <a:xfrm>
            <a:off x="914400" y="1123675"/>
            <a:ext cx="1216500" cy="1216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>
            <a:spLocks noGrp="1"/>
          </p:cNvSpPr>
          <p:nvPr>
            <p:ph type="ctrTitle" idx="3"/>
          </p:nvPr>
        </p:nvSpPr>
        <p:spPr>
          <a:xfrm>
            <a:off x="6175325" y="1123675"/>
            <a:ext cx="198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4"/>
          </p:nvPr>
        </p:nvSpPr>
        <p:spPr>
          <a:xfrm>
            <a:off x="6175250" y="1701475"/>
            <a:ext cx="2166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>
            <a:spLocks noGrp="1"/>
          </p:cNvSpPr>
          <p:nvPr>
            <p:ph type="pic" idx="5"/>
          </p:nvPr>
        </p:nvSpPr>
        <p:spPr>
          <a:xfrm>
            <a:off x="4724400" y="1123675"/>
            <a:ext cx="1216500" cy="1216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" name="Google Shape;83;p12"/>
          <p:cNvSpPr txBox="1">
            <a:spLocks noGrp="1"/>
          </p:cNvSpPr>
          <p:nvPr>
            <p:ph type="ctrTitle" idx="6"/>
          </p:nvPr>
        </p:nvSpPr>
        <p:spPr>
          <a:xfrm>
            <a:off x="2365325" y="2588525"/>
            <a:ext cx="198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ubTitle" idx="7"/>
          </p:nvPr>
        </p:nvSpPr>
        <p:spPr>
          <a:xfrm>
            <a:off x="2365250" y="3166325"/>
            <a:ext cx="2166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>
            <a:spLocks noGrp="1"/>
          </p:cNvSpPr>
          <p:nvPr>
            <p:ph type="pic" idx="8"/>
          </p:nvPr>
        </p:nvSpPr>
        <p:spPr>
          <a:xfrm>
            <a:off x="914400" y="2588525"/>
            <a:ext cx="1216500" cy="1216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2"/>
          <p:cNvSpPr txBox="1">
            <a:spLocks noGrp="1"/>
          </p:cNvSpPr>
          <p:nvPr>
            <p:ph type="ctrTitle" idx="9"/>
          </p:nvPr>
        </p:nvSpPr>
        <p:spPr>
          <a:xfrm>
            <a:off x="6175325" y="2588525"/>
            <a:ext cx="198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Font typeface="Inter Black"/>
              <a:buNone/>
              <a:defRPr sz="13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300"/>
              <a:buNone/>
              <a:defRPr sz="13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ubTitle" idx="13"/>
          </p:nvPr>
        </p:nvSpPr>
        <p:spPr>
          <a:xfrm>
            <a:off x="6175250" y="3166325"/>
            <a:ext cx="2166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Font typeface="Inter Medium"/>
              <a:buNone/>
              <a:defRPr sz="10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000"/>
              <a:buNone/>
              <a:defRPr sz="10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>
            <a:spLocks noGrp="1"/>
          </p:cNvSpPr>
          <p:nvPr>
            <p:ph type="pic" idx="14"/>
          </p:nvPr>
        </p:nvSpPr>
        <p:spPr>
          <a:xfrm>
            <a:off x="4724400" y="2588525"/>
            <a:ext cx="1216500" cy="121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555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- Section title and description">
  <p:cSld name="TITLE_2_2_1_1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4500425" y="0"/>
            <a:ext cx="464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799475" y="790200"/>
            <a:ext cx="30183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000"/>
              <a:buFont typeface="Inter Black"/>
              <a:buNone/>
              <a:defRPr sz="20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30183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"/>
          </p:nvPr>
        </p:nvSpPr>
        <p:spPr>
          <a:xfrm>
            <a:off x="5420825" y="914400"/>
            <a:ext cx="3118500" cy="3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Title only">
  <p:cSld name="TITLE_2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53430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3600"/>
              <a:buFont typeface="Inter Black"/>
              <a:buNone/>
              <a:defRPr sz="36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- Main point">
  <p:cSld name="TITLE_2_1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type="ctrTitle"/>
          </p:nvPr>
        </p:nvSpPr>
        <p:spPr>
          <a:xfrm>
            <a:off x="799475" y="1580275"/>
            <a:ext cx="7253400" cy="26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4800"/>
              <a:buFont typeface="Inter Black"/>
              <a:buNone/>
              <a:defRPr sz="48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- Blank">
  <p:cSld name="TITLE_2_1_1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- Two column numerical comparison">
  <p:cSld name="TITLE_2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hasCustomPrompt="1"/>
          </p:nvPr>
        </p:nvSpPr>
        <p:spPr>
          <a:xfrm>
            <a:off x="786550" y="546475"/>
            <a:ext cx="30312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7200"/>
              <a:buFont typeface="Inter Black"/>
              <a:buNone/>
              <a:defRPr sz="72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title" idx="2" hasCustomPrompt="1"/>
          </p:nvPr>
        </p:nvSpPr>
        <p:spPr>
          <a:xfrm>
            <a:off x="5420825" y="546475"/>
            <a:ext cx="29784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7200"/>
              <a:buFont typeface="Inter Black"/>
              <a:buNone/>
              <a:defRPr sz="72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30183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3"/>
          </p:nvPr>
        </p:nvSpPr>
        <p:spPr>
          <a:xfrm>
            <a:off x="5420825" y="2423575"/>
            <a:ext cx="31185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- Numbers">
  <p:cSld name="TITLE_2_1_1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title" hasCustomPrompt="1"/>
          </p:nvPr>
        </p:nvSpPr>
        <p:spPr>
          <a:xfrm>
            <a:off x="786550" y="546475"/>
            <a:ext cx="30312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7200"/>
              <a:buFont typeface="Inter Black"/>
              <a:buNone/>
              <a:defRPr sz="72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2000"/>
              <a:buNone/>
              <a:defRPr sz="12000">
                <a:solidFill>
                  <a:srgbClr val="00267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1"/>
          </p:nvPr>
        </p:nvSpPr>
        <p:spPr>
          <a:xfrm>
            <a:off x="799475" y="2423575"/>
            <a:ext cx="30183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Section header">
  <p:cSld name="TITLE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62268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Black"/>
              <a:buNone/>
              <a:defRPr sz="36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- Quote">
  <p:cSld name="TITLE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>
            <a:spLocks noGrp="1"/>
          </p:cNvSpPr>
          <p:nvPr>
            <p:ph type="ctrTitle"/>
          </p:nvPr>
        </p:nvSpPr>
        <p:spPr>
          <a:xfrm>
            <a:off x="799475" y="714000"/>
            <a:ext cx="62268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3600"/>
              <a:buFont typeface="Inter Black"/>
              <a:buNone/>
              <a:defRPr sz="3600">
                <a:solidFill>
                  <a:srgbClr val="002676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5200"/>
              <a:buNone/>
              <a:defRPr sz="52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1"/>
          </p:nvPr>
        </p:nvSpPr>
        <p:spPr>
          <a:xfrm>
            <a:off x="799475" y="3485275"/>
            <a:ext cx="62268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1400"/>
              <a:buFont typeface="Inter Medium"/>
              <a:buNone/>
              <a:defRPr sz="1400">
                <a:solidFill>
                  <a:srgbClr val="00267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2800"/>
              <a:buNone/>
              <a:defRPr sz="2800">
                <a:solidFill>
                  <a:srgbClr val="00267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ctrTitle"/>
          </p:nvPr>
        </p:nvSpPr>
        <p:spPr>
          <a:xfrm>
            <a:off x="833375" y="914400"/>
            <a:ext cx="6136200" cy="14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1"/>
          </p:nvPr>
        </p:nvSpPr>
        <p:spPr>
          <a:xfrm>
            <a:off x="833375" y="2644025"/>
            <a:ext cx="5275200" cy="12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Inter"/>
                <a:ea typeface="Inter"/>
                <a:cs typeface="Inter"/>
                <a:sym typeface="Inter"/>
              </a:rPr>
              <a:t>Presented By:</a:t>
            </a:r>
            <a:r>
              <a:rPr lang="en" sz="1400"/>
              <a:t> Bjorn Melin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Inter"/>
                <a:ea typeface="Inter"/>
                <a:cs typeface="Inter"/>
                <a:sym typeface="Inter"/>
              </a:rPr>
              <a:t>Course: </a:t>
            </a:r>
            <a:r>
              <a:rPr lang="en" sz="1400"/>
              <a:t>DS267 - Fundamentals of GenAI (Spring 2026)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Inter"/>
                <a:ea typeface="Inter"/>
                <a:cs typeface="Inter"/>
                <a:sym typeface="Inter"/>
              </a:rPr>
              <a:t>Assignment: </a:t>
            </a:r>
            <a:r>
              <a:rPr lang="en" sz="1400"/>
              <a:t>Final Presentation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Inter"/>
                <a:ea typeface="Inter"/>
                <a:cs typeface="Inter"/>
                <a:sym typeface="Inter"/>
              </a:rPr>
              <a:t>Presented On: </a:t>
            </a:r>
            <a:r>
              <a:rPr lang="en" sz="1400"/>
              <a:t>4/14/2026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349350" y="206625"/>
            <a:ext cx="8445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2"/>
              </a:solidFill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529350" y="946050"/>
            <a:ext cx="8085300" cy="35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/>
        </p:nvSpPr>
        <p:spPr>
          <a:xfrm>
            <a:off x="473525" y="1591050"/>
            <a:ext cx="8445300" cy="9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</a:rPr>
              <a:t>Questions?</a:t>
            </a:r>
            <a:endParaRPr sz="36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613" y="2080078"/>
            <a:ext cx="3782080" cy="737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On-screen Show (16:9)</PresentationFormat>
  <Paragraphs>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Inter Medium</vt:lpstr>
      <vt:lpstr>Inter Black</vt:lpstr>
      <vt:lpstr>Inter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Bjorn Melin</dc:creator>
  <cp:lastModifiedBy>Bjorn Melin</cp:lastModifiedBy>
  <cp:revision>1</cp:revision>
  <dcterms:modified xsi:type="dcterms:W3CDTF">2026-04-14T20:00:55Z</dcterms:modified>
</cp:coreProperties>
</file>