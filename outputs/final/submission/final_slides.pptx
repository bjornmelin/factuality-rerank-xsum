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3EA"/>
          </a:solidFill>
          <a:ln w="12700">
            <a:solidFill>
              <a:srgbClr val="F7F3EA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E5A63"/>
          </a:solidFill>
          <a:ln w="12700">
            <a:solidFill>
              <a:srgbClr val="0E5A63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914400"/>
            <a:ext cx="7040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Factuality-Aware Reranking for Extreme Summarization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993392"/>
            <a:ext cx="72237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XSum study with fine-tuned BART and factuality-aware reranking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544068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Bjorn Melin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 Berkeley MIDS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909560" y="1051560"/>
            <a:ext cx="3611880" cy="45262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5240">
            <a:solidFill>
              <a:srgbClr val="E6DED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0" y="132588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Headline trade-off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0" y="182880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Factuality composite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208483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5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0.3324 → 0.4420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0" y="278892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ROUGE-Lsum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0" y="3044952"/>
            <a:ext cx="2697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0.3569 → 0.3398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229600" y="3822192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scope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0" y="406908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train=128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val=64/128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test=128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qual=24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DS266 final project · April 2026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E5A63"/>
          </a:solidFill>
          <a:ln w="12700">
            <a:solidFill>
              <a:srgbClr val="0E5A6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30352"/>
            <a:ext cx="5303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and Setup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factuality is the real XSum problem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 whether better candidate selection can improve factual consistency.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0972800" cy="0"/>
          </a:xfrm>
          <a:prstGeom prst="line">
            <a:avLst/>
          </a:prstGeom>
          <a:noFill/>
          <a:ln w="1651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57400"/>
            <a:ext cx="5029200" cy="3474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XSum encourages aggressive compression, so fluent summaries can still add unsupported facts.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ROUGE alone cannot tell whether the generated sentence is grounded in the article.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keep the public facebook/bart-large-xsum checkpoint as the explicit baseline comparator.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Question: can reranking trade a small amount of ROUGE for materially stronger factuality?</a:t>
            </a:r>
            <a:endParaRPr lang="en-US" sz="1600" dirty="0"/>
          </a:p>
        </p:txBody>
      </p:sp>
      <p:pic>
        <p:nvPicPr>
          <p:cNvPr id="8" name="Image 0" descr="/home/bjorn/repos/berkeley/factuality-rerank-xsum/outputs/final/figures/pipeline_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3218307"/>
            <a:ext cx="5577840" cy="11620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126480" y="5806440"/>
            <a:ext cx="5212080" cy="438912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E6DED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55080" y="5925312"/>
            <a:ext cx="4800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data splits: train=128, val_tune=64, val_full=128, test=128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BART baseline preserved as the honest comparator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E5A63"/>
          </a:solidFill>
          <a:ln w="12700">
            <a:solidFill>
              <a:srgbClr val="0E5A6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30352"/>
            <a:ext cx="5303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 and Main Result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BART baseline plus multi-signal reranking.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0972800" cy="0"/>
          </a:xfrm>
          <a:prstGeom prst="line">
            <a:avLst/>
          </a:prstGeom>
          <a:noFill/>
          <a:ln w="1651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57400"/>
            <a:ext cx="4663440" cy="384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Fine-tune BART on the bounded train split and export the best checkpoint.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beam candidates with sizes 4, 8, and 16.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each candidate with generation likelihood, SummaC-style support, FactCC-style consistency, and entity support.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the weight space on validation once, then evaluate the selected operating point on the test split.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715000" y="2148840"/>
            <a:ext cx="5669280" cy="2423160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12700">
            <a:solidFill>
              <a:srgbClr val="E6DE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89320" y="2359152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Metric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2359152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875520" y="2359152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0" y="2624328"/>
            <a:ext cx="5166360" cy="0"/>
          </a:xfrm>
          <a:prstGeom prst="line">
            <a:avLst/>
          </a:prstGeom>
          <a:noFill/>
          <a:ln w="10160">
            <a:solidFill>
              <a:srgbClr val="E6DE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9320" y="2697480"/>
            <a:ext cx="2148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ROUGE-Lsum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183880" y="2697480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0.3569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784080" y="2697480"/>
            <a:ext cx="1143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5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0.3398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0" y="3026664"/>
            <a:ext cx="5166360" cy="0"/>
          </a:xfrm>
          <a:prstGeom prst="line">
            <a:avLst/>
          </a:prstGeom>
          <a:noFill/>
          <a:ln w="10160">
            <a:solidFill>
              <a:srgbClr val="E6DE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89320" y="3099816"/>
            <a:ext cx="2148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Factuality composite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183880" y="3099816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0.3324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784080" y="3099816"/>
            <a:ext cx="1143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5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0.4420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0" y="3429000"/>
            <a:ext cx="5166360" cy="0"/>
          </a:xfrm>
          <a:prstGeom prst="line">
            <a:avLst/>
          </a:prstGeom>
          <a:noFill/>
          <a:ln w="10160">
            <a:solidFill>
              <a:srgbClr val="E6DE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89320" y="3502152"/>
            <a:ext cx="2148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Qualitative consistent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183880" y="3502152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0.0000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784080" y="3502152"/>
            <a:ext cx="1143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5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0.0417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943600" y="3831336"/>
            <a:ext cx="5166360" cy="0"/>
          </a:xfrm>
          <a:prstGeom prst="line">
            <a:avLst/>
          </a:prstGeom>
          <a:noFill/>
          <a:ln w="10160">
            <a:solidFill>
              <a:srgbClr val="E6DED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89320" y="3904488"/>
            <a:ext cx="2148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MiniCheck support rate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183880" y="3904488"/>
            <a:ext cx="12344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0.3333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9784080" y="3904488"/>
            <a:ext cx="1143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5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0.4583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806440" y="4892040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deltas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806440" y="5138928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ROUGE-Lsum CI: [-0.0310, -0.0029]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Factuality CI: [0.0887, 0.1321]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806440" y="587044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Interpretation: clear factuality win, modest overlap cost.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MiniCheck is reported only on the 24-example qualitative-analysis subset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E5A63"/>
          </a:solidFill>
          <a:ln w="12700">
            <a:solidFill>
              <a:srgbClr val="0E5A6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30352"/>
            <a:ext cx="5303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and Refinement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selected operating point is factuality-heavy by design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search chooses the operating point; test is used once for the final comparison.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0972800" cy="0"/>
          </a:xfrm>
          <a:prstGeom prst="line">
            <a:avLst/>
          </a:prstGeom>
          <a:noFill/>
          <a:ln w="16510">
            <a:solidFill>
              <a:srgbClr val="E6DED0"/>
            </a:solidFill>
            <a:prstDash val="solid"/>
          </a:ln>
        </p:spPr>
      </p:sp>
      <p:pic>
        <p:nvPicPr>
          <p:cNvPr id="7" name="Image 0" descr="/home/bjorn/repos/berkeley/factuality-rerank-xsum/outputs/final/figures/pareto_fronti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034540"/>
            <a:ext cx="5760720" cy="3840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720840" y="2084832"/>
            <a:ext cx="480060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6DED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040880" y="2331720"/>
            <a:ext cx="2194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config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040880" y="2615184"/>
            <a:ext cx="4023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custom_0097 · beam 16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weights = [0.0, 0.75, 1.0, 0.5]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675120" y="3703320"/>
            <a:ext cx="4754880" cy="2240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Likelihood is not the final decision signal; factuality features dominate the winning fusion.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explicit refinement iteration is entity support, added after inspecting failure patterns.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Ablation: factuality composite rises from 0.4061 to 0.4106 when entity support is added.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an incremental but justified refinement, not a late-stage redesign.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distortion remains the main remaining error category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E5A63"/>
          </a:solidFill>
          <a:ln w="12700">
            <a:solidFill>
              <a:srgbClr val="0E5A6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30352"/>
            <a:ext cx="5303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Qualitative Analysis and Limits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Qualitative review helps identify failure modes and bound the claims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subset is for failure analysis, not for human-label reliability claims.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0972800" cy="0"/>
          </a:xfrm>
          <a:prstGeom prst="line">
            <a:avLst/>
          </a:prstGeom>
          <a:noFill/>
          <a:ln w="16510">
            <a:solidFill>
              <a:srgbClr val="E6DED0"/>
            </a:solidFill>
            <a:prstDash val="solid"/>
          </a:ln>
        </p:spPr>
      </p:sp>
      <p:pic>
        <p:nvPicPr>
          <p:cNvPr id="7" name="Image 0" descr="/home/bjorn/repos/berkeley/factuality-rerank-xsum/outputs/final/figures/error_taxonom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628900"/>
            <a:ext cx="4389120" cy="21945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40680" y="2084832"/>
            <a:ext cx="5623560" cy="2834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24-example stratified qualitative analysis with Codex / AI-assisted expert adjudication.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counts: reranker win 8, baseline win 8, tie/close 8.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Dominant remaining failure: entity distortion (12/24), then negation/polarity (6) and number/date errors (5).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MiniCheck on the same subset raises support rate from 0.3333 to 0.4583.</a:t>
            </a:r>
            <a:endParaRPr lang="en-US" sz="1520" dirty="0"/>
          </a:p>
        </p:txBody>
      </p:sp>
      <p:sp>
        <p:nvSpPr>
          <p:cNvPr id="9" name="Shape 6"/>
          <p:cNvSpPr/>
          <p:nvPr/>
        </p:nvSpPr>
        <p:spPr>
          <a:xfrm>
            <a:off x="5440680" y="5074920"/>
            <a:ext cx="55321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E6DED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715000" y="53035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limit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0" y="5550408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bounded study: train=128, test=128, qualitative subset=24. The claims stay bounded even when the direction is clear.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Qualitative review is for error analysis, not human-annotation claims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E5A63"/>
          </a:solidFill>
          <a:ln w="12700">
            <a:solidFill>
              <a:srgbClr val="0E5A6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30352"/>
            <a:ext cx="5303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8869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project demonstrates and what it does not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10241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with the trade-off, not with benchmark inflation.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0972800" cy="0"/>
          </a:xfrm>
          <a:prstGeom prst="line">
            <a:avLst/>
          </a:prstGeom>
          <a:noFill/>
          <a:ln w="1651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057400"/>
            <a:ext cx="5577840" cy="2926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reranking signals materially improve factuality on this bounded XSum run.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support is a useful small refinement, but not a cure for entity-level hallucination.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strongest remaining failure mode appears when all beam candidates drift toward the same wrong entity or relation.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strongest improvements likely require better candidate diversity or stronger entity constraints.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675120" y="2103120"/>
            <a:ext cx="4663440" cy="324612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E6DE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67728" y="2395728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5C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967728" y="2697480"/>
            <a:ext cx="3931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Diversify candidate pools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stronger entity-preservation constraints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Broaden external evaluation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on larger XSum slices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967728" y="4572000"/>
            <a:ext cx="3840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message: factuality can improve without pretending the ROUGE trade-off disappeared.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result, clear trade-off, and a concrete next iteration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UC Berkeley MIDS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Factuality-Aware Reranking for Extreme Summarization</dc:title>
  <dc:subject>DS266 final project presentation</dc:subject>
  <dc:creator>Bjorn Melin</dc:creator>
  <cp:lastModifiedBy>Bjorn Melin</cp:lastModifiedBy>
  <cp:revision>1</cp:revision>
  <dcterms:created xsi:type="dcterms:W3CDTF">2026-04-14T06:12:01Z</dcterms:created>
  <dcterms:modified xsi:type="dcterms:W3CDTF">2026-04-14T06:12:01Z</dcterms:modified>
</cp:coreProperties>
</file>