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14400"/>
            <a:ext cx="7040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Factuality-Aware Reranking for Extreme Summarization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7223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XSum study with fine-tuned BART and factuality-aware reranking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440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Bjorn Melin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Berkeley MIDS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09560" y="105156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240">
            <a:solidFill>
              <a:srgbClr val="E6DE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13258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trade-off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0" y="182880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 composite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20848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0.3324 → 0.4420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0" y="27889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ROUGE-Lsum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304495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0.3569 → 0.3398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0" y="382219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scope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40690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train=128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val=64/128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test=128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qual=24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DS266 final project · April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Setup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factuality is the real XSum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 whether better candidate selection can improve factual consistency.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57400"/>
            <a:ext cx="5029200" cy="3474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XSum encourages aggressive compression, so fluent summaries can still add unsupported facts.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 alone cannot tell whether the generated sentence is grounded in the article.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keep the public facebook/bart-large-xsum checkpoint as the explicit baseline comparator.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 can reranking trade a small amount of ROUGE for materially stronger factuality?</a:t>
            </a:r>
            <a:endParaRPr lang="en-US" sz="1600" dirty="0"/>
          </a:p>
        </p:txBody>
      </p:sp>
      <p:pic>
        <p:nvPicPr>
          <p:cNvPr id="8" name="Image 0" descr="/home/bjorn/repos/berkeley/factuality-rerank-xsum/outputs/final/figures/pipelin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959756"/>
            <a:ext cx="5577840" cy="16791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26480" y="5806440"/>
            <a:ext cx="52120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5080" y="5925312"/>
            <a:ext cx="4800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data splits: train=128, val_tune=64, val_full=128, test=128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BART baseline preserved as the honest comparator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and Main Result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BART baseline plus multi-signal reranking.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57400"/>
            <a:ext cx="4663440" cy="384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BART on the bounded train split and export the best checkpoint.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beam candidates with sizes 4, 8, and 16.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each candidate with generation likelihood, SummaC-style support, FactCC-style consistency, and entity support.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the weight space on validation once, then evaluate the selected operating point on the test split.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715000" y="2148840"/>
            <a:ext cx="5669280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235915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235915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0" y="23591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0" y="2624328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2697480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ROUGE-Lsum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83880" y="269748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0.3569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784080" y="269748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0.3398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3026664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3099816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 composite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183880" y="309981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0.3324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784080" y="3099816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0.4420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3429000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3502152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consistent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183880" y="350215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3502152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0.0417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0" y="3831336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3904488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MiniCheck support rate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83880" y="3904488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0.3333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784080" y="3904488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0.4583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06440" y="489204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deltas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806440" y="5138928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ROUGE-Lsum CI: [-0.0310, -0.0029]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 CI: [0.0887, 0.1321]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806440" y="587044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Interpretation: clear factuality win, modest overlap cost.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MiniCheck is reported only on the 24-example qualitative-analysis subset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and Refinement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selected operating point is factuality-heavy by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search chooses the operating point; test is used once for the final comparison.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pic>
        <p:nvPicPr>
          <p:cNvPr id="7" name="Image 0" descr="/home/bjorn/repos/berkeley/factuality-rerank-xsum/outputs/final/figures/pareto_fron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41191"/>
            <a:ext cx="5760720" cy="382717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2084832"/>
            <a:ext cx="48006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0" y="233172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config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40880" y="2615184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custom_0097 · beam 16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= [0.0, 0.75, 1.0, 0.5]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675120" y="3703320"/>
            <a:ext cx="4754880" cy="224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 is not the final decision signal; factuality features dominate the winning fusion.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explicit refinement iteration is entity support, added after inspecting failure patterns.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Ablation: factuality composite rises from 0.4061 to 0.4106 when entity support is added.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an incremental but justified refinement, not a late-stage redesign.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distortion remains the main remaining error category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Analysis and Limits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review helps identify failure modes and bound the claims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subset is for failure analysis, not for human-label reliability claims.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pic>
        <p:nvPicPr>
          <p:cNvPr id="7" name="Image 0" descr="/home/bjorn/repos/berkeley/factuality-rerank-xsum/outputs/final/figures/error_taxonom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32131"/>
            <a:ext cx="4389120" cy="23880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40680" y="2084832"/>
            <a:ext cx="5623560" cy="2834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24-example stratified qualitative analysis with Codex / AI-assisted expert adjudication.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counts: reranker win 8, baseline win 8, tie/close 8.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remaining failure: entity distortion (12/24), then negation/polarity (6) and number/date errors (5).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MiniCheck on the same subset raises support rate from 0.3333 to 0.4583.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5440680" y="5074920"/>
            <a:ext cx="55321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15000" y="53035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limit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0" y="555040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bounded study: train=128, test=128, qualitative subset=24. The claims stay bounded even when the direction is clear.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review is for error analysis, not human-annotation claims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project demonstrates and what it does not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with the trade-off, not with benchmark inflation.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57400"/>
            <a:ext cx="557784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reranking signals materially improve factuality on this bounded XSum run.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support is a useful small refinement, but not a cure for entity-level hallucination.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remaining failure mode appears when all beam candidates drift toward the same wrong entity or relation.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strongest improvements likely require better candidate diversity or stronger entity constraints.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675120" y="2103120"/>
            <a:ext cx="46634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395728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967728" y="269748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Diversify candidate pools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stronger entity-preservation constraints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Broaden external evaluation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larger XSum slices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967728" y="45720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message: factuality can improve without pretending the ROUGE trade-off disappeared.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result, clear trade-off, and a concrete next iteration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UC Berkeley MIDS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Factuality-Aware Reranking for Extreme Summarization</dc:title>
  <dc:subject>DS266 final project presentation</dc:subject>
  <dc:creator>Bjorn Melin</dc:creator>
  <cp:lastModifiedBy>Bjorn Melin</cp:lastModifiedBy>
  <cp:revision>1</cp:revision>
  <dcterms:created xsi:type="dcterms:W3CDTF">2026-04-14T07:03:47Z</dcterms:created>
  <dcterms:modified xsi:type="dcterms:W3CDTF">2026-04-14T07:03:47Z</dcterms:modified>
</cp:coreProperties>
</file>